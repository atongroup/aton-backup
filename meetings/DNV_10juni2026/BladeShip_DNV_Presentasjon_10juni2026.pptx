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"/>
            <a:ext cx="3840480" cy="50520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365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BLADESHIP 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" y="9601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Havgående resirkulering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 vindmølleblader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8600" y="22402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Verdensførstekonsept · Patentsøkt · EIC Accelerator €17,5M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2880360"/>
            <a:ext cx="320040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29992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Leif E. Sunde — Founder &amp; CEO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" y="33101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leif@bladeship.no  ·  +47 936 14 425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0" y="9144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Møte med DNV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0" y="137160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10. juni 2026  ·  kl. 11:30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Veritasveien 25, Stavanger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114800" y="2377440"/>
            <a:ext cx="4754880" cy="658368"/>
          </a:xfrm>
          <a:prstGeom prst="rect">
            <a:avLst/>
          </a:prstGeom>
          <a:solidFill>
            <a:srgbClr val="0A2540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2423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50M tonn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251960" y="270662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vindmølleblader til avhending innen 2050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0" y="3182112"/>
            <a:ext cx="4754880" cy="658368"/>
          </a:xfrm>
          <a:prstGeom prst="rect">
            <a:avLst/>
          </a:prstGeom>
          <a:solidFill>
            <a:srgbClr val="0A2540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51960" y="3227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patenter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251960" y="351129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søkt mai 2026 (nr. 20260735 + 20260736)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0" y="3986784"/>
            <a:ext cx="4754880" cy="658368"/>
          </a:xfrm>
          <a:prstGeom prst="rect">
            <a:avLst/>
          </a:prstGeom>
          <a:solidFill>
            <a:srgbClr val="0A2540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51960" y="40325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€17,5M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251960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 Accelerator søkt — ID 101354477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988052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BladeShip AS  |  Konfidensielt  |  10. juni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 — 10. juni 2026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206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50292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12618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Introduksjon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60934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BladeShip-konseptet og patentsøknadene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4206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286000"/>
            <a:ext cx="50292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8600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23591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Problemet vi løser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70662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 tonn GRP-blader — ingen god løsning i dag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4206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383280"/>
            <a:ext cx="50292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38328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34564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Teknisk konsept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380390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Fartøyet, robotarmer og prosesseringslinjen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1188720"/>
            <a:ext cx="4206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1188720"/>
            <a:ext cx="50292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18872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40680" y="12618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Markedet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40680" y="160934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Veksttakt, regulatorisk press og tidslinje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2286000"/>
            <a:ext cx="4206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2286000"/>
            <a:ext cx="50292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28600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40680" y="23591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Approval in Principle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40680" y="270662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 krever en AiP — og hva kan DNV bidra med?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3383280"/>
            <a:ext cx="4206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3383280"/>
            <a:ext cx="50292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38328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40680" y="34564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Finansiering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40680" y="380390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 Accelerator, IN Miljøteknologi, neste steg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BladeShip AS  |  Konfidensielt  |  10. juni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 problem verden ikke har løst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560320" cy="22860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50M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tonn GRP-blader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 avhending innen 2050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188720"/>
            <a:ext cx="5303520" cy="749808"/>
          </a:xfrm>
          <a:prstGeom prst="rect">
            <a:avLst/>
          </a:prstGeom>
          <a:solidFill>
            <a:srgbClr val="0A2540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1188720"/>
            <a:ext cx="64008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24358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Ikke-resirkulerbare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66160" y="153619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Vindmølleblader av GRP (glassfiber-armert plast) kan ikke smeltes om — havner på deponi eller brennes.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83280" y="2029968"/>
            <a:ext cx="5303520" cy="749808"/>
          </a:xfrm>
          <a:prstGeom prst="rect">
            <a:avLst/>
          </a:prstGeom>
          <a:solidFill>
            <a:srgbClr val="0A2540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2029968"/>
            <a:ext cx="64008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208483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Kostbar logistikk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66160" y="237744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Eksisterende løsninger krever transport til land — umulig for havvindparker langt fra kysten.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83280" y="2871216"/>
            <a:ext cx="5303520" cy="749808"/>
          </a:xfrm>
          <a:prstGeom prst="rect">
            <a:avLst/>
          </a:prstGeom>
          <a:solidFill>
            <a:srgbClr val="0A2540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83280" y="2871216"/>
            <a:ext cx="64008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29260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Regulatorisk press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66160" y="321868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EU-deponiforbud og krav om sirkulærøkonomi skjerpes kraftig mot 2030.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83280" y="3712464"/>
            <a:ext cx="5303520" cy="749808"/>
          </a:xfrm>
          <a:prstGeom prst="rect">
            <a:avLst/>
          </a:prstGeom>
          <a:solidFill>
            <a:srgbClr val="0A2540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3280" y="3712464"/>
            <a:ext cx="64008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376732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Volumvekst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66160" y="405993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havvindkapasitet tredobles innen 2030 — avhendingsbølgen akselererer.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BladeShip AS  |  Konfidensielt  |  10. juni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BladeShip — slik fungerer det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92024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325880"/>
            <a:ext cx="822960" cy="8229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325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Ankomst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69748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Fartøyet seiler til havvindparken med DP-system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1737360"/>
            <a:ext cx="2286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1188720"/>
            <a:ext cx="192024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1325880"/>
            <a:ext cx="822960" cy="8229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1325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697480" y="22860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Gripe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97480" y="269748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Robotarmer griper og posisjonerer vindmøllelbader om bord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26280" y="1737360"/>
            <a:ext cx="2286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1188720"/>
            <a:ext cx="192024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0" y="1325880"/>
            <a:ext cx="822960" cy="8229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1325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846320" y="22860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Prosessere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269748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Integrert knuselinje kverner GRP til glassfibergranulat (GFG)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0" y="1737360"/>
            <a:ext cx="2286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03720" y="1188720"/>
            <a:ext cx="192024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52360" y="1325880"/>
            <a:ext cx="822960" cy="8229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52360" y="1325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995160" y="22860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95160" y="269748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GFG lastes over til transportfartøy — direkte til betongindustri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069080"/>
            <a:ext cx="8229600" cy="685800"/>
          </a:xfrm>
          <a:prstGeom prst="rect">
            <a:avLst/>
          </a:prstGeom>
          <a:solidFill>
            <a:srgbClr val="021B2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11480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20260735: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Havgående fartøykonsept for vindmøllebladeresirkulering     </a:t>
            </a:r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20260736: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Integrert prosesseringslinje for GRP-blader ombord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BladeShip AS  |  Konfidensielt  |  10. juni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 marked i rask vekst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51760" cy="18288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3×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94360" y="217627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havvind-kapasitet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tredobles innen 2030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55848" y="1188720"/>
            <a:ext cx="2651760" cy="18288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5848" y="1325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€2B+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3493008" y="217627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Estimert årlig markedsverdi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bladeresirkulering i 2035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54496" y="1188720"/>
            <a:ext cx="2651760" cy="18288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54496" y="1325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2028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6391656" y="217627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BladeShip mål: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Første fartøy operativt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200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Tidslinje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822960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3721608"/>
            <a:ext cx="237744" cy="23774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0050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297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EIC-intervju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Org.nr. + AiP-dialog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46120" y="3721608"/>
            <a:ext cx="237744" cy="23774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06040" y="40050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2027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606040" y="4297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Formelt design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PCT-patent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394960" y="3721608"/>
            <a:ext cx="237744" cy="23774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40050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2028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54880" y="4297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Byggestart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fartøy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543800" y="3721608"/>
            <a:ext cx="237744" cy="23774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03720" y="40050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2029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03720" y="4297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Første operasjon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havvindpark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BladeShip AS  |  Konfidensielt  |  10. juni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 / DNV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Hva en AiP fra DNV betyr for BladeShip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Hva vi ber om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9319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 krever en AiP konkret — minimumsdokumentasjon?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 DNV bistå med konseptutvikling frem til AiP-nivå?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Hvilke klassenotasjoner er relevante for dette fartøyet?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Typisk tidsløp fra konsept til AiP?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Erfaring med liknende prosesserings- / offshorefartøy?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3931920" cy="3200400"/>
          </a:xfrm>
          <a:prstGeom prst="rect">
            <a:avLst/>
          </a:prstGeom>
          <a:solidFill>
            <a:srgbClr val="021B2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280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Verdien av en AiP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1691640"/>
            <a:ext cx="64008" cy="4754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70992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Investorer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19476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Validerer teknisk gjennomførbarhet hos DNV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46320" y="2313432"/>
            <a:ext cx="64008" cy="4754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23317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56946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Styrker søknaden — internasjonal anerkjennelse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46320" y="2935224"/>
            <a:ext cx="64008" cy="4754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295351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31912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 for videre formelt designarbeid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46320" y="3557016"/>
            <a:ext cx="64008" cy="4754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357530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Flagg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3813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Avklarer norsk flagg og klassenotasjoner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4160520"/>
            <a:ext cx="8229600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206240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NDA: Signering ved møtestart ønskelig — patentdetaljer deles kun under NDA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BladeShip AS  |  Konfidensielt  |  10. juni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Neste steg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4206240" cy="914400"/>
          </a:xfrm>
          <a:prstGeom prst="rect">
            <a:avLst/>
          </a:prstGeom>
          <a:solidFill>
            <a:srgbClr val="0A2540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502920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10332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Signer NDA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362456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dag — åpner for full teknisk dialog og patentdetaljer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039112"/>
            <a:ext cx="4206240" cy="914400"/>
          </a:xfrm>
          <a:prstGeom prst="rect">
            <a:avLst/>
          </a:prstGeom>
          <a:solidFill>
            <a:srgbClr val="0A2540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039112"/>
            <a:ext cx="502920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39112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211226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Tilbud fra DNV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44144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Konseptutvikling og veikart mot AiP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118104"/>
            <a:ext cx="4206240" cy="914400"/>
          </a:xfrm>
          <a:prstGeom prst="rect">
            <a:avLst/>
          </a:prstGeom>
          <a:solidFill>
            <a:srgbClr val="0A2540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18104"/>
            <a:ext cx="502920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18104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1560" y="319125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AiP-prosess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52044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Mål: AiP klar til EIC-intervju august 2026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960120"/>
            <a:ext cx="4206240" cy="914400"/>
          </a:xfrm>
          <a:prstGeom prst="rect">
            <a:avLst/>
          </a:prstGeom>
          <a:solidFill>
            <a:srgbClr val="0A2540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960120"/>
            <a:ext cx="502920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96012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40680" y="10332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EIC Accelerator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1362456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Intervju forventet august 2026 — €17,5M søkt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039112"/>
            <a:ext cx="4206240" cy="914400"/>
          </a:xfrm>
          <a:prstGeom prst="rect">
            <a:avLst/>
          </a:prstGeom>
          <a:solidFill>
            <a:srgbClr val="0A2540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2039112"/>
            <a:ext cx="502920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039112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40680" y="211226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Formelt design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40680" y="244144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— basert på EIC-finansiering og AiP-resultat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118104"/>
            <a:ext cx="4206240" cy="914400"/>
          </a:xfrm>
          <a:prstGeom prst="rect">
            <a:avLst/>
          </a:prstGeom>
          <a:solidFill>
            <a:srgbClr val="0A2540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3118104"/>
            <a:ext cx="502920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118104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40680" y="319125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Byggestart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40680" y="352044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— første fartøy i operasjon 2029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0" y="481888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Leif E. Sunde  </a:t>
            </a:r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leif@bladeship.no  ·  +47 936 14 425  ·  www.bladeship.no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BladeShip AS — DNV Meeting</dc:title>
  <dc:subject>PptxGenJS Presentation</dc:subject>
  <dc:creator>Leif Sunde</dc:creator>
  <cp:lastModifiedBy>Leif Sunde</cp:lastModifiedBy>
  <cp:revision>1</cp:revision>
  <dcterms:created xsi:type="dcterms:W3CDTF">2026-06-03T15:22:57Z</dcterms:created>
  <dcterms:modified xsi:type="dcterms:W3CDTF">2026-06-03T15:22:57Z</dcterms:modified>
</cp:coreProperties>
</file>